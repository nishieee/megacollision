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43"/>
    <p:restoredTop sz="94647"/>
  </p:normalViewPr>
  <p:slideViewPr>
    <p:cSldViewPr snapToGrid="0" snapToObjects="1">
      <p:cViewPr varScale="1">
        <p:scale>
          <a:sx n="128" d="100"/>
          <a:sy n="128" d="100"/>
        </p:scale>
        <p:origin x="4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1/relationships/webextension" Target="../webextensions/webextension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1/relationships/webextension" Target="../webextensions/webextension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7379570"/>
                  </p:ext>
                </p:extLst>
              </p:nvPr>
            </p:nvGraphicFramePr>
            <p:xfrm>
              <a:off x="119269" y="99391"/>
              <a:ext cx="11966713" cy="6639339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9269" y="99391"/>
                <a:ext cx="11966713" cy="6639339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26EF20F5-F491-27B7-EAB6-900157EB20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Add-in" descr="Add-in content for Microsoft Power BI.">
                <a:extLst>
                  <a:ext uri="{FF2B5EF4-FFF2-40B4-BE49-F238E27FC236}">
                    <a16:creationId xmlns:a16="http://schemas.microsoft.com/office/drawing/2014/main" id="{61ED69D3-40C1-EB64-D5A3-F1230E87441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8954856"/>
                  </p:ext>
                </p:extLst>
              </p:nvPr>
            </p:nvGraphicFramePr>
            <p:xfrm>
              <a:off x="119269" y="79513"/>
              <a:ext cx="11917017" cy="6659217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Add-in" descr="Add-in content for Microsoft Power BI.">
                <a:extLst>
                  <a:ext uri="{FF2B5EF4-FFF2-40B4-BE49-F238E27FC236}">
                    <a16:creationId xmlns:a16="http://schemas.microsoft.com/office/drawing/2014/main" id="{61ED69D3-40C1-EB64-D5A3-F1230E87441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9269" y="79513"/>
                <a:ext cx="11917017" cy="665921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82759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Add-in" descr="Add-in content for Microsoft Power BI.">
                <a:extLst>
                  <a:ext uri="{FF2B5EF4-FFF2-40B4-BE49-F238E27FC236}">
                    <a16:creationId xmlns:a16="http://schemas.microsoft.com/office/drawing/2014/main" id="{883EC1A1-4B82-E2DD-41A9-4B751DEDD2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48412026"/>
                  </p:ext>
                </p:extLst>
              </p:nvPr>
            </p:nvGraphicFramePr>
            <p:xfrm>
              <a:off x="79513" y="109330"/>
              <a:ext cx="12026348" cy="6629399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Add-in" descr="Add-in content for Microsoft Power BI.">
                <a:extLst>
                  <a:ext uri="{FF2B5EF4-FFF2-40B4-BE49-F238E27FC236}">
                    <a16:creationId xmlns:a16="http://schemas.microsoft.com/office/drawing/2014/main" id="{883EC1A1-4B82-E2DD-41A9-4B751DEDD2D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513" y="109330"/>
                <a:ext cx="12026348" cy="662939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467753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webextensions/_rels/webextension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webextensions/_rels/webextension3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webextensions/webextension1.xml><?xml version="1.0" encoding="utf-8"?>
<we:webextension xmlns:we="http://schemas.microsoft.com/office/webextensions/webextension/2010/11" id="{c5ab54dc-1cc1-44ea-bfdc-6d8cc4bdc088}">
  <we:reference id="WA200003233" version="2.0.0.3" store="en-US" storeType="OMEX"/>
  <we:alternateReferences/>
  <we:properties>
    <we:property name="Microsoft.Office.CampaignId" value="&quot;none&quot;"/>
    <we:property name="reportUrl" value="&quot;/groups/me/reports/ab58b540-b155-48df-a196-bdbfaf01c224/ReportSection?bookmarkGuid=1cb3be2c-c0fd-48a8-b99c-6a971ad80f5b&amp;bookmarkUsage=1&amp;ctid=a8eec281-aaa3-4dae-ac9b-9a398b9215e7&amp;fromEntryPoint=export&quot;"/>
    <we:property name="reportState" value="&quot;CONNECTED&quot;"/>
    <we:property name="reportEmbeddedTime" value="&quot;2025-12-10T21:28:17.131Z&quot;"/>
    <we:property name="creatorSessionId" value="&quot;77df4a70-6cf5-428a-9263-6bb02adbe538&quot;"/>
    <we:property name="creatorUserId" value="&quot;100320027FE7C4EF&quot;"/>
    <we:property name="creatorTenantId" value="&quot;a8eec281-aaa3-4dae-ac9b-9a398b9215e7&quot;"/>
    <we:property name="pageDisplayName" value="&quot;Project_Overview&quot;"/>
    <we:property name="pageName" value="&quot;ReportSection&quot;"/>
    <we:property name="reportName" value="&quot;MegaCollision&quot;"/>
    <we:property name="isVisualContainerHeaderHidden" value="false"/>
    <we:property name="isFiltersActionButtonVisible" value="true"/>
    <we:property name="initialStateBookmark" value="&quot;H4sIAAAAAAAAA+1Z30/jOBD+V1Z54aWcnN8Jb6UF3QnYRRSxOp2qamJPW0MSR47L0l31fz87Sem2lJat2GPprdSHeMYef/PNZMZxv1mMl0UK04+QoXVkHQtxl4G8+2BbLStvZJ8+nV20r84GH9sXJ1osCsVFXlpH3ywFcoTqhpcTSI0FLfyn37IgTS9hZEZDSEtsWQXKUuSQ8q9YT9YqJSc4a1n4UKRCgjHZU6DQmL3X0/VY723/4eodgSp+jz2kqpZeYSGkmo9bVlk/VZCWdcZYtWFH5Ap4rg0bmYsYJGHgRTEGbhy5AdiRkZc8H6UNxMXa62lheFD4oBLxYBhIbrV9Y2k20y54oYdD5iUxQJhExLedqHJjyFPVbJhMTx4KqdnRnNXW2uwecorMqiiQWJYN3vZoJHEEc/gnS8qOSCfZGnlPTCTFKxxWqlxxNdV7nGriBm1KOcNcwzVYL6XQwai0c8Wgd1apTid5Q5pvhmPxpSNRR4RZR2TWegTe0aKRkJxqilax/xg8xrNBWWlWoXVBwaC3UC1j6WvJxkglIDtjkGo5VHogGcrjaRWGLpfzHHFaK3B/jRDM+vPM1ytuv0vxJgK1Hz+H8n6V2IEX2zQJAsdzII6C0HUctjWxXzc/mCkJT6HulBZlyinKpaSwMtQVzDyMUBcHs0h7UtR7cSwX3i4/3cwrlM6dUymyallTQ80r/dSHllWjICasn8cosQlfzvg80dp5Re85DlXNVlaA5OWcu/nojJt5eufFxBfQ2sTW4HuOzys+GlcGz7mqydCeQjqpVulJimd44BCbHBL7kDjXhBxVvwO9emn9ZuTumyF3w0PiHzpkBfmsTngTGT0Z1uRAqTud6jbtCauM340l/Ubk7McM1aDteNVQJtg2KwfHqL4g5o2b/dnzRdBeLYKv+q4+W8sqpOWOlWzDhnUBA0JolHjUx8R2/YTajGwvYO+sM28texQke++d0Iho7DPHRt8lTuTT0PHhXQTzWihIB10dr/GgIya5WvGP7GtIX+B4HdgocmMIYkxYSEkQJk6A/i9wzOghmAa26Sz89tm1v4f4VH+t/T7F75axdfcbBtQNXUpj4jgEMAj9kL6bgvlXfjuR0/9jxdzseV0ySUSIG/gRMs91fTuOgcDuof2T64OjpOPpOd5j+tSXR/1T1Rz9jT7g15c4zWF9h0xuvp8eTVnrz/rfoamEHxYCo258sP5GkBuL96YauJeMXIhcjXfrZ3vJRxemv7v7z+nuLyDxdVreZ8S7XU8XPQX0DlkNpCOyRKw9b2zv3nv5djT1sz5KeCygwyAIo8ALnZhFJPbc3fvN24Z+4zXgM/c/O961/DdXHg0R/foma71fYqLKAiheQo5r/NN+Qc6QbfGx+junvn3SlPIk3UaK+ZPnkY/Z7F8HMFHwbxoAAA==&quot;"/>
    <we:property name="bookmark" value="&quot;H4sIAAAAAAAAA+1ZbW/bOAz+K4O/9Es6yO92vrXJijusdyiaosPhEAS0xCRqbSuQla65If/9JL80S5omndGtazagH2xSoh4+pElG/WIxXsxSWPwNGVpd61SI2wzk7Tvb6lh5JQvHyEgQOOOIBR7EzPY8qrViprjIC6v7xVIgJ6iueTGH1BjSwn+twIttmuh9ngNxFISu4zBr2LEgTS9gYtaMIS2wY81QFiKHlP+HlQmtUnKOy46F97NUSDAHDRQoNIfd6eX6XQOz37saB1DF73CAVFXSS5wJqZr3jlVUTyXQdZ0xVh7YE7kCnmvDRuYiBkkYeFGMgRtHbgB2ZOQFzydpDXG192oxMyQpvFeJuDe8JDfavrG0XGoXvNDDMfOSGCBMIuLbTlS6Meapqg9MFh/uZ1JzppmsrJ2wO8gpMqukQGJR1HhPJhOJE2jgf1hT9kQ6z7bIB2IuKV7iuFTliquFPuNMEzc6oZQzzDVcg/VCCh2MUtsoRoOPpepsntek+eZ1Kj73JOqIMKtLlp0H4D0tmgjJqaZoE/u3wWM8GxWlZhNaHxSMBivVOpahluyMVAKyNwWp1kOlXyRDeboow9DnsskRp7MB9+cIwXLYZL7ecfNVitcRqPz4PpQPy8Te+n3vS+yXzQ9mSsJjqK3Sokg5RbmWFFaGuq6Zhwnq4mA2aU9m1Vkci5W360/XTYXSuXMmRVZuqwus+aQf+9CxKhTEhPXTFCXW4csZbxLtJC/pPcexqtjKZiB50XDXvH3kZp0+ebXwGbTWsTX4nuLzkk+mpcFzrioytKeQzstdepHiGR45xCbHxD4mzhUh3fLvSO9e278buftqyB0NOz52/A3kyyrhTWT0YtiSA4Xuf6pftycsM74dS/qLyNm3GapBe1c26fp21ybvXderjWWC7bN0dIrqM2JeuzpcPl0I7c1C+KLf65P1rERatKxmOw6sihgQQqPEoz4mtusn1GZkfxF7Y915b+mjINlb74ZGRGOfOTb6LnEin4aOD28imFdCQTrq63hNRz0xz9WGf+RQQ/oMx6vARpEbQxBjwkJKgjBxAvR/glFjgGCa2K55+PWz63AH+VT/Yvs9ybfL2Kr7jQPqhi6lMXEcAhiEfkjfTMH8M7+Zy8WvWDF3e16VTBIR4gZ+hMxzXd+OYyDQPrR/cD04SjpdnOMdpo99edA/VjXor/WQX13k1AN7i0yuf0M9mLK2z/tfoSmF71YCo659sP5BkDuL964aeJCM/CVyNW3Xzw6Sjz4sfnf379Pdn0Hiy7S8T4i3baeLgQJ6i6wC0hNZIrbOG/u790F+HXX9rEYJjwV0HARhFHihE7OIxJ7bvt+8buh3XgU+cQfU8q7lx1x51EQMq9us7X6JuSpmQPECctzin/YLcoZsj4/lv3Qe/Fsu/wc5ad+PYBoAAA==&quot;"/>
    <we:property name="datasetId" value="&quot;6db0320d-9981-4124-963b-b82cb3486823&quot;"/>
    <we:property name="embedUrl" value="&quot;/reportEmbed?reportId=ab58b540-b155-48df-a196-bdbfaf01c224&amp;config=eyJjbHVzdGVyVXJsIjoiaHR0cHM6Ly9XQUJJLVVTLU5PUlRILUNFTlRSQUwtRi1QUklNQVJZLXJlZGlyZWN0LmFuYWx5c2lzLndpbmRvd3MubmV0IiwiZW1iZWRGZWF0dXJlcyI6eyJ1c2FnZU1ldHJpY3NWTmV4dCI6dHJ1ZX19&amp;disableSensitivityBanner=true&amp;storytellingChangeViewModeShortcutKeys=true&quot;"/>
    <we:property name="backgroundColor" value="&quot;#FFFFFF&quot;"/>
    <we:property name="isFooterCollapsed" value="true"/>
  </we:properties>
  <we:bindings/>
  <we:snapshot xmlns:r="http://schemas.openxmlformats.org/officeDocument/2006/relationships" r:embed="rId1"/>
</we:webextension>
</file>

<file path=ppt/webextensions/webextension2.xml><?xml version="1.0" encoding="utf-8"?>
<we:webextension xmlns:we="http://schemas.microsoft.com/office/webextensions/webextension/2010/11" id="{86581501-E727-3D44-AB34-3C6604FD247B}">
  <we:reference id="WA200003233" version="2.0.0.3" store="en-US" storeType="OMEX"/>
  <we:alternateReferences/>
  <we:properties>
    <we:property name="Microsoft.Office.CampaignId" value="&quot;none&quot;"/>
    <we:property name="reportUrl" value="&quot;/groups/me/reports/ab58b540-b155-48df-a196-bdbfaf01c224/ReportSection06fb5090bdc1c4d04420?bookmarkGuid=19d4f83e-f61f-4d7f-af37-7cf3db7d63d3&amp;bookmarkUsage=1&amp;ctid=a8eec281-aaa3-4dae-ac9b-9a398b9215e7&amp;fromEntryPoint=export&quot;"/>
    <we:property name="reportState" value="&quot;CONNECTED&quot;"/>
    <we:property name="reportEmbeddedTime" value="&quot;2025-12-10T21:30:10.574Z&quot;"/>
    <we:property name="creatorSessionId" value="&quot;06d71baa-173e-488c-9fdd-ece823d6953d&quot;"/>
    <we:property name="creatorUserId" value="&quot;100320027FE7C4EF&quot;"/>
    <we:property name="creatorTenantId" value="&quot;a8eec281-aaa3-4dae-ac9b-9a398b9215e7&quot;"/>
    <we:property name="pageDisplayName" value="&quot;Crash_Investigation&quot;"/>
    <we:property name="pageName" value="&quot;ReportSection06fb5090bdc1c4d04420&quot;"/>
    <we:property name="reportName" value="&quot;MegaCollision&quot;"/>
    <we:property name="isVisualContainerHeaderHidden" value="false"/>
    <we:property name="isFiltersActionButtonVisible" value="true"/>
    <we:property name="initialStateBookmark" value="&quot;H4sIAAAAAAAAA+1YbU/bMBD+K8ifqylp0je+sQLaBAVGEdI0oehsX1tDGkeOwygV/31npwVGRhkDaQj6qc2dfffcnf3cJXMmVZGnMDuAKbJN9lnriymYi42QNVi2kB0e7g22jveSg63BDol1bpXOCrY5ZxbMGO2pKkpInQUS/jhrMEjTIxi7pxGkBTZYjqbQGaTqGqvFpLKmxJsGw6s81QacyaEFi87sJS2nZ/IdforIIwirLnGIwlbSY8y1sYvnoD3iraAXcClCEcsgjpsB7SkqrYf59Hrn1APr68yCygiAk3VbXdmBWPA4iDoibEIURE5eqGycLkK523syy12+LF5Zrq9cpvg5+XSWbm4o1N4oHgEfgQyQN3tR3Iyints9UqldOOSznavcUBYpt5W1LXkJmUDJfKoMFlVm5uyLQgNGTGb7eIkexc6f9XXVkdFUETs7BaOqzOvSCKwvrOTHOPKqzCpL1ujITBPpSuWCWhycW1OEc2mexNvLZffQeOHGncCpFzGw7wjGCyb6Z98gLZRsM7hp3KajT6KxNkpQ4j9ERgZ0ICcrU/KxTsg2zP4tGwOEojR/HcIukU6yJYSSmNEVdi7voR5oq01yihMlUky2CcekeHOwhmiULovka3Zemllyoi1dmjrIM5KsJDQOpj8BY39ntCUtk/vze1y7uKAzz2Hv8gQuOeqdhndLOO80vopAznxH5qIZ9DqjTi+Mu1E74Bi0sdaRK/dztuuFGLa60OvxAMMmhzaP26EfCRbD0opFjSUXnOj8oMYDfZ2W0+x1aGCpSIZ7tfse+rhrY8aqvvo8aK50RVXsB7CoKJAM71TP5srnA0m1qI7MAygpSW0p/z8OnY0fA/IkL8M1NY4B5PVJsyNl3G6LJudRqxO2AtkNWutJcz1prszIt5J6PK6Tsh6/XzB+v24feYw2X9xJXnXqPkK5nLH7uszsG4Hk30oeRfRkd0lVhkML4gJlVbi+nnK9fhGotRA3Svque5cTNkUz9hB1aYscBB5Bhj4TeeVPoV9HRwAy6Sri/xv3u6+IhauCnEJaOsD+MxrzTqhGiqf4xAb3cY15WB7dL9atjoPnEwAA&quot;"/>
    <we:property name="bookmark" value="&quot;H4sIAAAAAAAAA+1YbU/bQAz+K9N9rqakSV/CN1ZAm0YRo6jSNKHKd+e2B2kuulwYBfW/z3dpKSOjjIE0BFU/tLEd+/Hji+30hklV5CnMj2CGbId90vpiBubiQ8gaLKtk3TAJu01Bn46AKI6xFQnS6twqnRVs54ZZMBO0Q1WUkDpHJPxx1mCQpscwcVdjSAtssBxNoTNI1TVWxqSypsRFg+FVnmoDzuXAgkXn9pLM6ZoghB8jigjCqkscoLCV9ARzbezyOmiPeStIAi5FKGIZxHEzoHuKSuthPm7vgnpgPZ1ZUBkBcLJuqys7EAseB1FHhE2IgsjJC5VN0mUq63tP57mjzeKV5frKMcXPKabztFhQqsk4HgMfgwyQN5MobkZR4u4eq9QuA/L5/lVuiEXitvK2Ky8hEyiZp8pgUTFzwz4rNGDEdH6Il+hR7P9ZX1cdG00VsfMhGFUxr0sjsG5YyU9w7FWZVZa80cmZjaQrlUtqeX5uXRHOlXsS763M7qDxwg9rgVMvc2DfEYwXTPXPnkEylGwnWDRu6eiRaKKNEkT8u2CkTwdyupGS93VC9mD+b2z0EYrS/HUKB9R0RrtCKIkZPcIu5B3UfW21GQ1xqkSKoz3CMS1eHawBGqXLYvQlOy/NfHSqLT00dZBnJNnY0DiY3hSM/b2jrdoyhT+/02uXD+jc97A3eQJXPeqNpnfbcN5oflUDOfMTmYtmkHTGnSSMu1E74Bi0sTaRq/A37MALMWx1IUl4gGGTQ5vH7dCvBMudaYNRY9ULTnV+VOsDPZ2Ws+xl2sBKMRp8rT3voc+7tmZsmqtPg+ZKV1TFvgeLigKjwVr15F75dCCpFtWRuQclJakt5f/HobPJQ0Ae7ctwTYOjD3l90+xIGbfbosl51OqErUB2g9Z209xumhsZ+VbSjMctKdv1+xnr98vOkYfa5rMnyYtu3ccoVzt2T5eZfSWQ/FvJg4genS6pynBgQVygrArX0zOuty8CtRHiVkk/ddecsBmaiYeoS1vkIPAYMvRM5FU8hd6OjgBk0lXE/zbu+1BRF64KMoS0dID932jMh/HRfgFaZ4MDvhMAAA==&quot;"/>
    <we:property name="datasetId" value="&quot;6db0320d-9981-4124-963b-b82cb3486823&quot;"/>
    <we:property name="embedUrl" value="&quot;/reportEmbed?reportId=ab58b540-b155-48df-a196-bdbfaf01c224&amp;config=eyJjbHVzdGVyVXJsIjoiaHR0cHM6Ly9XQUJJLVVTLU5PUlRILUNFTlRSQUwtRi1QUklNQVJZLXJlZGlyZWN0LmFuYWx5c2lzLndpbmRvd3MubmV0IiwiZW1iZWRGZWF0dXJlcyI6eyJ1c2FnZU1ldHJpY3NWTmV4dCI6dHJ1ZX19&amp;disableSensitivityBanner=true&amp;storytellingChangeViewModeShortcutKeys=true&quot;"/>
    <we:property name="backgroundColor" value="&quot;#FFFFFF&quot;"/>
  </we:properties>
  <we:bindings/>
  <we:snapshot xmlns:r="http://schemas.openxmlformats.org/officeDocument/2006/relationships" r:embed="rId1"/>
</we:webextension>
</file>

<file path=ppt/webextensions/webextension3.xml><?xml version="1.0" encoding="utf-8"?>
<we:webextension xmlns:we="http://schemas.microsoft.com/office/webextensions/webextension/2010/11" id="{2A7A7175-D8C3-874F-82E7-1F398AF9B1D3}">
  <we:reference id="WA200003233" version="2.0.0.3" store="en-US" storeType="OMEX"/>
  <we:alternateReferences/>
  <we:properties>
    <we:property name="Microsoft.Office.CampaignId" value="&quot;none&quot;"/>
    <we:property name="reportUrl" value="&quot;/groups/me/reports/ab58b540-b155-48df-a196-bdbfaf01c224/ReportSection32f6da88094ca4880c6e?bookmarkGuid=08b030d8-8701-4356-97ec-eeb1ef0b6bb6&amp;bookmarkUsage=1&amp;ctid=a8eec281-aaa3-4dae-ac9b-9a398b9215e7&amp;fromEntryPoint=export&quot;"/>
    <we:property name="reportState" value="&quot;CONNECTED&quot;"/>
    <we:property name="reportEmbeddedTime" value="&quot;2025-12-10T21:33:33.115Z&quot;"/>
    <we:property name="creatorSessionId" value="&quot;6f8065d5-7d01-4abb-a764-6c700f6c7d99&quot;"/>
    <we:property name="creatorUserId" value="&quot;100320027FE7C4EF&quot;"/>
    <we:property name="creatorTenantId" value="&quot;a8eec281-aaa3-4dae-ac9b-9a398b9215e7&quot;"/>
    <we:property name="pageDisplayName" value="&quot;Accident_Statistics&quot;"/>
    <we:property name="pageName" value="&quot;ReportSection32f6da88094ca4880c6e&quot;"/>
    <we:property name="reportName" value="&quot;MegaCollision&quot;"/>
    <we:property name="isVisualContainerHeaderHidden" value="false"/>
    <we:property name="isFiltersActionButtonVisible" value="true"/>
    <we:property name="initialStateBookmark" value="&quot;H4sIAAAAAAAAA91ZWXPiOBD+K1t6mRdm1xeH88YQUpXKNRtS2YcpipKlBpwxFivL2bAp/vu2ZDtcwTBAArV5wTq7++tTnVfCw2Qc0cktHQE5I9+E+Dmi8udvNqmQOJ+7u7u6ad5f9W6bN22cFmMVijghZ69EUTkA9RgmKY30DTj5o1shNIq+04Ee9WmUQIWMQSYiplH4L2SbcUnJFKYVAi/jSEiqr+woqkBf+4zbcYy07d9dpEiZCp+hA0xls/cwFlLlY9fp1zhtNCzfY9TDX1YDPJNkq4bNzfs1UcNYS8SKhjEyoOcCp1bnAa36Vt2qgQU+s3w9n4TxIMpFmZ19mIw1XgpeVCBeNFLBE9LUN02nKGrNZcB93rDqvtdwqhYPWFWf7oeRKgjminglF2YS7GqD+n5gge0EtBZ4NdvVq7lqSjZViMrYeRDjWxxlRPTZxwJdp0IupBihzl5Jrv8kDf5OQU7wQPtlLCHJdr6STrGA338WH2U39fUVsQrVRPOJGuw1GQs5xIhHhWRQWVM0lg5ECJI52hJROjLkloiLVDK4h/5sYChoUL9LgdZlqBQEep0rgisFIyFEnGhKd5KD/DYxpM5DWZiTsyxrczCQMKAqHy4u7sljS9Jk2Ls8N/MXaZzzUEUDQQ5RV9l3gZAzrfw6on8N0SZyQGMeFnJcLnGdHBxzIwINIlh/wZuBTfVfNwsAvwrvOhRKeauQofinJQFjDCdntp4IJpqIgSF3liZ/pjF6KdmPLx6OegwjiQyDVGGs6COfQq4w2JrbcmG2vMeqpW3g6Pz1MgY7vZbgUMpjC6cGQoYMY+Ox2Ex655AwGZpUdVrcnlNFe7k/7KTq/cPTov/M4MuhKnGhhYi1zHtXe1QWh368pSjm9B0XaOD6rlN3bGjYXn+WnNovLEo5bJ2f+HwMXAf4NsHwVqhVkA4RIfnWTn7Qm1fc8yNuX/GqvYksOgOq65FGqSkjEfjrEC0iK7DMtK4HrzOy7yx9LVn7cvtH88v61WaaoJR6Q7f7lpfmbdsr7HMm5A0oypF7fRHsYjF7xo3PTknHSDHHyxdoiYyyIXBjI5cKRplmTTDEIALZMGF46SU3UTk2P9fQV5uHLTEaUxkmRcwuRleh3mdV5jZ+atlxHw6Ghu4611vYdDpSrBYnZZJ8zUU5bWFWS5gymYoId1JSLZc6pQLMgnAWgivkWS/d0LHeZulixOzA9G5rc8RfxygTP/BNTBAA7bhZ8C5/oOsnSnvpgY6DT3seHqj+0sJWSM1xAgcaDnDP4pRzbgWWJrLQVVh+5xypKcDt5fotEixD8jA9ASSwhGDn4b7dfsh6VyfSFNjA5IKa3bnGgLumMbAtqh/YF9gk0mc3BhZA2AD20R9gWzcwSl9fH/WkTWbxe+tX7MYQzAwbrSGV6lTC8G5a0JadtafxxNNczzlXwmTHB8F2xts1EYHa/arLGjb3aZ0FzLJqPtuYAdZa9w3QJJVwGOxuhK4uH2EYsgh6HZChSJPeZfyUyknvQSg0jV2sh0q+q9l8vnhZmrZ923Mp5V7D9upVTNOOF6xX0kJ/nwUeb3i1utNwmcccAJfWZy2UOUVul8737SO/2zo5bKG5vt+8iPg52swQC6g0Vpurft/3r9+qyw9tPJczudiG3iLffKDJGt6S/5EPvgk07eZvoRmHZARyYKiKVCVjyuA7jTMDH2f3mXe96efQmAPPv+UaizL/3CSGCEIT5uVNyQH9L8+ivsG//wBjr+vrfR0AAA==&quot;"/>
    <we:property name="bookmark" value="&quot;H4sIAAAAAAAAA91ZWXPiOBD+K1t6mRdm1xeH88YQUpXKNRtS2YcpipKlBpwxFivL2bAp/vu2ZDtcwTBAArV5wTq7++tTnVfCw2Qc0cktHQE5I9+E+Dmi8udvNqmQOJ+7u7u6ad5f9W6bN22cFmMVijghZ69EUTkA9RgmKY30DTj5o1shNIq+04Ee9WmUQIWMQSYiplH4L2SbcUnJFKYVAi/jSEiqr+woqkBf+4zbcYy07d9dpEiZCp+hA0xls/cwFlLlY9fp1zhtNCzfY9TDX1YDPJNkq4bNzfs1UcNYS8SKhjEyoOcCp1bnAa36Vt2qgQU+s3w9n4TxIMpFmZ19mIw1XgpeVCBeNFLBE9LUN02nKGrNZcB93rDqvtdwqhYPWFWf7oeRKgjminglF2YS7GqD+n5gge0EtBZ4NdvVq7lqSjZViMrYeRDjWxxlRPTZxwJdp0IupBihzl5Jrv8kDf5OQU7wQPtlLCHJdr6STrGA338WH2U39fUVsQrVRPOJGuw1GQs5xIhHhWRQWVM0lg5ECJI52hJROjLkloiLVDK4h/5sYChoUL9LgdZlqBQEep0rgisFIyFEnGhKd5KD/DYxpM5DWZiTsyxrczCQMKAqHy4u7sljS9Jk2Ls8N/MXaZzzUEUDQQ5RV9l3gZAzrfw6on8N0SZyQGMeFnJcLnGdHBxzIwINIlh/wZuBTfVfNwsAvwrvOhRKeauQofinJQFjDCdntp4IJpqIgSF3liZ/pjF6KdmPLx6OegwjiQyDVGGs6COfQq4w2JrbcmG2vMeqpW3g6Pz1MgY7vZbgUMpjC6cGQoYMY+Ox2Ex655AwGZpUdVrcnlNFe7k/7KTq/cPTov/M4MuhKnGhhYi1zHtXe1QWh368pSjm9B0XaOD6rlN3bGjYXn+WnNovLEo5bJ2f+HwMXAf4NsHwVqhVkA4RIfnWTn7Qm1fc8yNuX/GqvYksOgOq65FGqSkjEfjrEC0iK7DMtK4HrzOy7yx9LVn7cvtH88v61WaaoJR6Q7f7lpfmbdsr7HMm5A0oypF7fRHsYjF7xo3PTknHSDHHyxdoiYyyIXBjI5cKRplmTTDEIALZMGF46SU3UTk2P9fQV5uHLTEaUxkmRcwuRleh3mdV5jZ+atlxHw6Ghu4611vYdDpSrBYnZZJ8zUU5bWFWS5gymYoId1JSLZc6pQLMgnAWgivkWS/d0LHeZulixOzA9G5rc8RfxygTP/BNTBAA7bhZ8C5/oOsnSnvpgY6DT3seHqj+0sJWSM1xAgcaDnDP4pRzbgWWJrLQVVh+5xypKcDt5fotEixD8jA9ASSwhGDn4b7dfsh6VyfSFNjA5IKa3bnGgLumMbAtqh/YF9gk0mc3BhZA2AD20R9gWzcwSl9fH/WkTWbxe+tX7MYQzAwbrSGV6lTC8G5a0JadtafxxNNczzlXwmTHB8F2xts1EYHa/arLGjb3aZ0FzLJqPtuYAdZa9w3QJJVwGOxuhK4uH2EYsgh6HZChSJPeZfyUyknvQSg0jV2sh0q+q9l8vnhZmrZ923Mp5V7D9upVTNOOF6xX0kJ/nwUeb3i1utNwmcccAJfWZy2UOUVul8737SO/2zo5bKG5vt+8iPg52swQC6g0Vpurft/3r9+qyw9tPJczudiG3iLffKDJGt6S/5EPvgk07eZvoRmHZARyYKiKVCVjyuA7jTMDH2f3mXe96efQmAPPv+UaizL/3CSGCEIT5uVNyQH9L8+ivsG//wBjr+vrfR0AAA==&quot;"/>
    <we:property name="datasetId" value="&quot;6db0320d-9981-4124-963b-b82cb3486823&quot;"/>
    <we:property name="embedUrl" value="&quot;/reportEmbed?reportId=ab58b540-b155-48df-a196-bdbfaf01c224&amp;config=eyJjbHVzdGVyVXJsIjoiaHR0cHM6Ly9XQUJJLVVTLU5PUlRILUNFTlRSQUwtRi1QUklNQVJZLXJlZGlyZWN0LmFuYWx5c2lzLndpbmRvd3MubmV0IiwiZW1iZWRGZWF0dXJlcyI6eyJ1c2FnZU1ldHJpY3NWTmV4dCI6dHJ1ZX19&amp;disableSensitivityBanner=true&amp;storytellingChangeViewModeShortcutKeys=true&quot;"/>
    <we:property name="backgroundColor" value="&quot;#FFFFFF&quot;"/>
  </we:properties>
  <we:bindings/>
  <we:snapshot xmlns:r="http://schemas.openxmlformats.org/officeDocument/2006/relationships" r:embed="rId1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1508</TotalTime>
  <Words>0</Words>
  <Application>Microsoft Macintosh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Nishita Matlani</cp:lastModifiedBy>
  <cp:revision>3</cp:revision>
  <dcterms:created xsi:type="dcterms:W3CDTF">2018-06-07T21:39:02Z</dcterms:created>
  <dcterms:modified xsi:type="dcterms:W3CDTF">2025-12-10T21:34:50Z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